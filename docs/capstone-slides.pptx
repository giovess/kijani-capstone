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82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Bahnschrift Light" panose="020B0502040204020203" pitchFamily="34" charset="0"/>
                <a:ea typeface="Georgia" pitchFamily="34" charset="-122"/>
                <a:cs typeface="Georgia" pitchFamily="34" charset="-120"/>
              </a:rPr>
              <a:t>KijaniKiosk</a:t>
            </a:r>
            <a:r>
              <a:rPr lang="en-US" sz="4400" b="1" dirty="0">
                <a:solidFill>
                  <a:srgbClr val="FFFFFF"/>
                </a:solidFill>
                <a:latin typeface="Bahnschrift Light" panose="020B0502040204020203" pitchFamily="34" charset="0"/>
                <a:ea typeface="Georgia" pitchFamily="34" charset="-122"/>
                <a:cs typeface="Georgia" pitchFamily="34" charset="-120"/>
              </a:rPr>
              <a:t> Capstone Project</a:t>
            </a:r>
            <a:endParaRPr lang="en-US" sz="4400" dirty="0">
              <a:latin typeface="Bahnschrift Ligh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324612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dirty="0">
                <a:solidFill>
                  <a:srgbClr val="CBB8A8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Staging, an approval gate, and a serverless chain that actually fires. Track A, built and broken and fixed over one session.</a:t>
            </a:r>
            <a:endParaRPr lang="en-US" sz="1700" dirty="0">
              <a:latin typeface="Bahnschrift Ligh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E7D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Giovanni Bwayo 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8E7D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August 14, 2026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1F1C"/>
                </a:solidFill>
                <a:latin typeface="Bahnschrift Light" panose="020B0502040204020203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>
              <a:latin typeface="Bahnschrift Ligh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kk-payments runs in exactly one place: kijani-project, on local Minikube. There's no staging, so an engineer testing a change is testing it directly against the environment customers would hit. Nothing stops a bad change from landing there either, since there's no approval step of any kind.</a:t>
            </a:r>
            <a:endParaRPr lang="en-US" sz="1600" dirty="0">
              <a:latin typeface="Bahnschrift Light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840480"/>
            <a:ext cx="7498080" cy="1737360"/>
          </a:xfrm>
          <a:prstGeom prst="roundRect">
            <a:avLst>
              <a:gd name="adj" fmla="val 4211"/>
            </a:avLst>
          </a:prstGeom>
          <a:solidFill>
            <a:srgbClr val="F1F0E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0690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31F1C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Same gap Nia called out in the Week 9 readiness review. </a:t>
            </a:r>
            <a:r>
              <a:rPr lang="en-US" sz="1400" i="1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No isolated place to validate a change before it ships, and nothing automated to stop one that shouldn't.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0" y="15544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C7A52"/>
                </a:solidFill>
                <a:latin typeface="Bahnschrift Light" panose="020B0502040204020203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>
              <a:latin typeface="Bahnschrift Ligh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03920" y="2331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production namespace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0" y="29260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A87A2E"/>
                </a:solidFill>
                <a:latin typeface="Bahnschrift Light" panose="020B0502040204020203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>
              <a:latin typeface="Bahnschrift Ligh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03920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staging environments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0" y="42976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5502F"/>
                </a:solidFill>
                <a:latin typeface="Bahnschrift Light" panose="020B0502040204020203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>
              <a:latin typeface="Bahnschrift Light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03920" y="5074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approval gates, before this build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1F1C"/>
                </a:solidFill>
                <a:latin typeface="Bahnschrift Light" panose="020B0502040204020203" pitchFamily="34" charset="0"/>
                <a:ea typeface="Georgia" pitchFamily="34" charset="-122"/>
                <a:cs typeface="Georgia" pitchFamily="34" charset="-120"/>
              </a:rPr>
              <a:t>How it fits together</a:t>
            </a:r>
            <a:endParaRPr lang="en-US" sz="3000" dirty="0">
              <a:latin typeface="Bahnschrift Ligh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Every connection here has been run at least once and its logs checked, not just assumed.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pic>
        <p:nvPicPr>
          <p:cNvPr id="4" name="Image 0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280160"/>
            <a:ext cx="4572000" cy="5303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31F1C"/>
                </a:solidFill>
                <a:latin typeface="Bahnschrift Light" panose="020B0502040204020203" pitchFamily="34" charset="0"/>
                <a:ea typeface="Georgia" pitchFamily="34" charset="-122"/>
                <a:cs typeface="Georgia" pitchFamily="34" charset="-120"/>
              </a:rPr>
              <a:t>The decision I kept coming back to</a:t>
            </a:r>
            <a:endParaRPr lang="en-US" sz="2700" dirty="0">
              <a:latin typeface="Bahnschrift Ligh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F1F0ED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916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B262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Skip MinIO's event webhook. Chain the three functions with plain HTTP calls instead.</a:t>
            </a:r>
            <a:endParaRPr lang="en-US" sz="1800" dirty="0">
              <a:latin typeface="Bahnschrift Ligh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02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Why not the webhook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3410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I got mc admin config set to report success on enable=on, but the setting never actually stuck on the named target. Tried it three times.</a:t>
            </a:r>
            <a:endParaRPr lang="en-US" sz="1150" dirty="0">
              <a:latin typeface="Bahnschrift Light" panose="020B0502040204020203" pitchFamily="34" charset="0"/>
            </a:endParaRPr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Traced it to a config-persistence bug in this MinIO build, not a network or auth problem. The endpoint itself connected fine.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416552" y="3063240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7A5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Why the swap was fine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16552" y="3474720"/>
            <a:ext cx="3410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Direct HTTP needs zero MinIO configuration and behaves the same everywhere.</a:t>
            </a:r>
            <a:endParaRPr lang="en-US" sz="1150" dirty="0">
              <a:latin typeface="Bahnschrift Light" panose="020B0502040204020203" pitchFamily="34" charset="0"/>
            </a:endParaRPr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It's also the pattern the coursework already point to for local serverless work, no cloud account required, which is the policy I've followed since Week 4 anyway.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10144" y="3063240"/>
            <a:ext cx="3410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7A2E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What production would need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010144" y="3474720"/>
            <a:ext cx="3410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A queue between the functions, something SQS-shaped.</a:t>
            </a:r>
            <a:endParaRPr lang="en-US" sz="1150" dirty="0">
              <a:latin typeface="Bahnschrift Light" panose="020B0502040204020203" pitchFamily="34" charset="0"/>
            </a:endParaRPr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Right now, if kk-processor is down when kk-receipts calls it, that call just fails. No retry, no record of it happening.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31F1C"/>
                </a:solidFill>
                <a:latin typeface="Bahnschrift Light" panose="020B0502040204020203" pitchFamily="34" charset="0"/>
                <a:ea typeface="Georgia" pitchFamily="34" charset="-122"/>
                <a:cs typeface="Georgia" pitchFamily="34" charset="-120"/>
              </a:rPr>
              <a:t>Where AI actually helped, and where it didn't</a:t>
            </a:r>
            <a:endParaRPr lang="en-US" sz="2500" dirty="0">
              <a:latin typeface="Bahnschrift Ligh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Full write-up in docs/ai-governance-log.md. Two entries below.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2103120"/>
          </a:xfrm>
          <a:prstGeom prst="roundRect">
            <a:avLst>
              <a:gd name="adj" fmla="val 3478"/>
            </a:avLst>
          </a:prstGeom>
          <a:solidFill>
            <a:srgbClr val="F1F0ED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562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Entry 1: the MinIO webhook rabbit hole</a:t>
            </a:r>
            <a:endParaRPr lang="en-US" sz="1500" dirty="0">
              <a:latin typeface="Bahnschrift Ligh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C7A5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Got right: </a:t>
            </a:r>
            <a:r>
              <a:rPr lang="en-US" sz="12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It caught two real bugs along the way. serverless-offline was only listening on 127.0.0.1, invisible to the container, and the runtime string said Node 18 when the box is running 22.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5502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Got wrong: </a:t>
            </a:r>
            <a:r>
              <a:rPr lang="en-US" sz="12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It assumed enable=on would stick the same way endpoint did. That assumption cost a few rounds of debugging before I recognized it as a persistence bug in MinIO itself and just switched approaches.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023360"/>
            <a:ext cx="10515600" cy="2103120"/>
          </a:xfrm>
          <a:prstGeom prst="roundRect">
            <a:avLst>
              <a:gd name="adj" fmla="val 3478"/>
            </a:avLst>
          </a:prstGeom>
          <a:solidFill>
            <a:srgbClr val="F1F0ED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1879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Entry 2: running the governance checklist on terraform/main.tf</a:t>
            </a:r>
            <a:endParaRPr lang="en-US" sz="1500" dirty="0">
              <a:latin typeface="Bahnschrift Ligh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5C7A5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Got right: </a:t>
            </a:r>
            <a:r>
              <a:rPr lang="en-US" sz="12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Naming, tagging, and the no-hardcoded-secrets check all came back accurate, with specifics I could verify.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97280" y="530352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B5502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Got wrong: </a:t>
            </a:r>
            <a:r>
              <a:rPr lang="en-US" sz="12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First pass marked least privilege as not applicable, reasoning that there's no IAM block in the file. That misses the point. The kubeconfig doing the applying has full cluster-admin rights. I corrected it to an actual gap.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1F1C"/>
                </a:solidFill>
                <a:latin typeface="Bahnschrift Light" panose="020B0502040204020203" pitchFamily="34" charset="0"/>
                <a:ea typeface="Georgia" pitchFamily="34" charset="-122"/>
                <a:cs typeface="Georgia" pitchFamily="34" charset="-120"/>
              </a:rPr>
              <a:t>What's not production-ready yet</a:t>
            </a:r>
            <a:endParaRPr lang="en-US" sz="2800" dirty="0">
              <a:latin typeface="Bahnschrift Ligh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F1F0ED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3619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B262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Jenkins can talk to the cluster, but only because I copied a kubeconfig in by hand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97280" y="203911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5502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Gap. </a:t>
            </a:r>
            <a:r>
              <a:rPr lang="en-US" sz="11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That kubeconfig goes stale the moment anyone runs minikube delete &amp;&amp; start, since the cluster certs rotate.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5C7A5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Fix. </a:t>
            </a:r>
            <a:r>
              <a:rPr lang="en-US" sz="11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A Kubernetes ServiceAccount token, or a real CI credential-injection step. Not a copied admin config sitting in a container.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F1F0E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27355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B262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Terraform state lives on one machine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377647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5502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Gap. </a:t>
            </a:r>
            <a:r>
              <a:rPr lang="en-US" sz="11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Found this the hard way during self-review: clone the repo a second time and apply against the same cluster, and Terraform has no idea the namespace already exists. It tries to create it again and fails.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42519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5C7A5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Fix. </a:t>
            </a:r>
            <a:r>
              <a:rPr lang="en-US" sz="11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A shared remote backend, MinIO's S3-compatible storage would do it, same pattern used back in Week 4 </a:t>
            </a:r>
            <a:r>
              <a:rPr lang="en-US" sz="1100" dirty="0" err="1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IaC</a:t>
            </a:r>
            <a:r>
              <a:rPr lang="en-US" sz="11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4892040"/>
            <a:ext cx="10515600" cy="1554480"/>
          </a:xfrm>
          <a:prstGeom prst="roundRect">
            <a:avLst>
              <a:gd name="adj" fmla="val 4706"/>
            </a:avLst>
          </a:prstGeom>
          <a:solidFill>
            <a:srgbClr val="F1F0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01091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B262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The three serverless functions call each other directly, no safety net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5513832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5502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Gap. </a:t>
            </a:r>
            <a:r>
              <a:rPr lang="en-US" sz="11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kk-receipts, kk-processor, and kk-notifier are chained with plain HTTP. If one is down when the next one calls it, that call is just gone.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59893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5C7A5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Fix. </a:t>
            </a:r>
            <a:r>
              <a:rPr lang="en-US" sz="11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Put a queue or broker between them so a downstream outage doesn't silently drop work.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1C"/>
                </a:solidFill>
                <a:latin typeface="Bahnschrift Light" panose="020B0502040204020203" pitchFamily="34" charset="0"/>
                <a:ea typeface="Georgia" pitchFamily="34" charset="-122"/>
                <a:cs typeface="Georgia" pitchFamily="34" charset="-120"/>
              </a:rPr>
              <a:t>Testing it myself, since no one else was free</a:t>
            </a:r>
            <a:endParaRPr lang="en-US" sz="2600" dirty="0">
              <a:latin typeface="Bahnschrift Ligh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640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No peer had time in the window, so I cloned the repo fresh and worked through it as if I'd never seen it. Found three real problems, fixed one and closed it through a GitHub Issue.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1F0ED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267712"/>
            <a:ext cx="502920" cy="502920"/>
          </a:xfrm>
          <a:prstGeom prst="ellipse">
            <a:avLst/>
          </a:prstGeom>
          <a:solidFill>
            <a:srgbClr val="B550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67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latin typeface="Bahnschrift Ligh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28800" y="213055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31F1C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A second clone collides with the first over Terraform state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28800" y="263347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blocks setup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03920" y="2331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5502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logged as an accepted limitation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1F0ED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3685032"/>
            <a:ext cx="502920" cy="502920"/>
          </a:xfrm>
          <a:prstGeom prst="ellipse">
            <a:avLst/>
          </a:prstGeom>
          <a:solidFill>
            <a:srgbClr val="A87A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685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latin typeface="Bahnschrift Light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28800" y="354787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31F1C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Nothing in setup ever creates the MinIO receipts bucket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28800" y="405079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blocks functionality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03920" y="3749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87A2E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fixed, README updated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484632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1F0E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" y="5102352"/>
            <a:ext cx="502920" cy="502920"/>
          </a:xfrm>
          <a:prstGeom prst="ellipse">
            <a:avLst/>
          </a:prstGeom>
          <a:solidFill>
            <a:srgbClr val="5C7A5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latin typeface="Bahnschrift Light" panose="020B05020402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828800" y="4965192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31F1C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serverless-offline never gets installed if you follow the README as written</a:t>
            </a:r>
            <a:endParaRPr lang="en-US" sz="1300" dirty="0">
              <a:latin typeface="Bahnschrift Light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28800" y="546811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blocks functionality</a:t>
            </a:r>
            <a:endParaRPr lang="en-US" sz="1100" dirty="0">
              <a:latin typeface="Bahnschrift Light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03920" y="5166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C7A52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fixed, closes Issue #1</a:t>
            </a:r>
            <a:endParaRPr lang="en-US" sz="1200" dirty="0">
              <a:latin typeface="Bahnschrift Light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7C73"/>
                </a:solidFill>
                <a:latin typeface="Bahnschrift Light" panose="020B0502040204020203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826</Words>
  <Application>Microsoft Office PowerPoint</Application>
  <PresentationFormat>Widescreen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Bahnschrift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GIOVANNI BWAYO</cp:lastModifiedBy>
  <cp:revision>2</cp:revision>
  <dcterms:created xsi:type="dcterms:W3CDTF">2026-08-14T03:14:06Z</dcterms:created>
  <dcterms:modified xsi:type="dcterms:W3CDTF">2026-08-14T12:02:05Z</dcterms:modified>
</cp:coreProperties>
</file>